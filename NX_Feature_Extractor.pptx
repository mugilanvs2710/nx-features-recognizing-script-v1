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3474720"/>
            <a:ext cx="8979408" cy="1668780"/>
          </a:xfrm>
          <a:prstGeom prst="rect">
            <a:avLst/>
          </a:prstGeom>
          <a:solidFill>
            <a:srgbClr val="12193D"/>
          </a:solidFill>
          <a:ln w="12700">
            <a:solidFill>
              <a:srgbClr val="1219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4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FEATURE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3D CAD Models using Siemens NX 2506 Open Python API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017520"/>
            <a:ext cx="2011680" cy="292608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017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B-Rep Geometry Analysis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60320" y="3017520"/>
            <a:ext cx="2011680" cy="292608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3017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 Open Python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0" y="3017520"/>
            <a:ext cx="2011680" cy="292608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017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Feature-Tree Dependency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949440" y="3017520"/>
            <a:ext cx="2011680" cy="292608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3017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 + CSV Output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NX v2506  |  NX Open Python  |  Geometric B-Rep Analysis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explanation before the technical details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109728" cy="109728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3D CAD model contains features: holes, rounded edges (fillets), angled cuts (chamfers), flat walls...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2194560"/>
            <a:ext cx="109728" cy="109728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671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document these, engineers manually click through menus — slow, error-prone, and impossible on imported models with no feature history.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51960" y="1097280"/>
            <a:ext cx="36576" cy="29260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188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1600200"/>
            <a:ext cx="109728" cy="10972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5727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ONE script in NX. It reads the raw surface geometry of every face.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80560" y="2194560"/>
            <a:ext cx="109728" cy="10972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1671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each face: Is it a hole wall? A fillet? A flat face?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80560" y="2788920"/>
            <a:ext cx="109728" cy="10972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7614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the 3D position (X, Y, Z) and dimensions for every feature.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80560" y="3383280"/>
            <a:ext cx="109728" cy="10972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3558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results to a .txt report AND a .csv spreadsheet — automatically.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48188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 Open Python  |  Siemens NX v2506  |  Geometric Feature Extraction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Model — Siemens NX 2506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 block with 6 applied features — hole, chamfers, fillets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4114800" cy="237744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4114800" cy="2377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3520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1: Isometric view — chamfer, fillet, hole visible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4572000" y="3520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2: Front-face view — entry chamfer on hole visible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274320" y="38404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Extrude: 430×320×230mm base block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Chamfer (3): 5×5mm on edge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Blend (4): R10mm fillet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Chamfer (5): 10×10mm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Blend (6): R5mm fillet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Hole: Ø110mm, 230mm deep, 45° entry chamfer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28600" y="48188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 Open Python  |  Siemens NX v2506  |  Geometric Feature Extraction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Processing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steps from open model to structured output file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43000"/>
            <a:ext cx="26517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1188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1978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Part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645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active NX part + iterate all solid bodies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80360" y="1874520"/>
            <a:ext cx="274320" cy="0"/>
          </a:xfrm>
          <a:prstGeom prst="line">
            <a:avLst/>
          </a:prstGeom>
          <a:noFill/>
          <a:ln w="25400">
            <a:solidFill>
              <a:srgbClr val="3A5B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1430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143000"/>
            <a:ext cx="26517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1188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49040" y="11978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Faces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1645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body.GetFaces() → list of all surface faces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06440" y="1874520"/>
            <a:ext cx="274320" cy="0"/>
          </a:xfrm>
          <a:prstGeom prst="line">
            <a:avLst/>
          </a:prstGeom>
          <a:noFill/>
          <a:ln w="25400">
            <a:solidFill>
              <a:srgbClr val="3A5B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1430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143000"/>
            <a:ext cx="26517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53912" y="1188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75120" y="11978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72200" y="1645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SolidFaceType.value + GetHoleData/BlendData/ChamferData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28346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2834640"/>
            <a:ext cx="26517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" y="2880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" y="28895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Data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" y="3337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Dimensions, MCS coordinates, axis direction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880360" y="3566160"/>
            <a:ext cx="274320" cy="0"/>
          </a:xfrm>
          <a:prstGeom prst="line">
            <a:avLst/>
          </a:prstGeom>
          <a:noFill/>
          <a:ln w="25400">
            <a:solidFill>
              <a:srgbClr val="3A5B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54680" y="28346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54680" y="2834640"/>
            <a:ext cx="26517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27832" y="2880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749040" y="28895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46120" y="3337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JournalIdentifier  |  fallback: edge midpoints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806440" y="3566160"/>
            <a:ext cx="274320" cy="0"/>
          </a:xfrm>
          <a:prstGeom prst="line">
            <a:avLst/>
          </a:prstGeom>
          <a:noFill/>
          <a:ln w="25400">
            <a:solidFill>
              <a:srgbClr val="3A5BA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80760" y="28346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0760" y="2834640"/>
            <a:ext cx="265176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53912" y="2880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75120" y="28895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Output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72200" y="3337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.txt report  +  .csv spreadsheet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" y="48188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 Open Python  |  Siemens NX v2506  |  Geometric Feature Extraction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Discovery — Diagnostic-First Approach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was assumed. Every call was tested live in NX 2506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4069080" cy="1691640"/>
          </a:xfrm>
          <a:prstGeom prst="rect">
            <a:avLst/>
          </a:prstGeom>
          <a:solidFill>
            <a:srgbClr val="EEF2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43000"/>
            <a:ext cx="4069080" cy="36576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978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" y="11978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Inventory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" y="1645920"/>
            <a:ext cx="109728" cy="10972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61848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face.GetHoleData(), GetBlendData(), GetChamferData() exist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8328" y="2121408"/>
            <a:ext cx="109728" cy="109728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09397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uf.Modl.AskFaceData() → DOES NOT EXIST in NX 2506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17720" y="1143000"/>
            <a:ext cx="4069080" cy="1691640"/>
          </a:xfrm>
          <a:prstGeom prst="rect">
            <a:avLst/>
          </a:prstGeom>
          <a:solidFill>
            <a:srgbClr val="EEF2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143000"/>
            <a:ext cx="4069080" cy="36576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1978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0" y="11978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Structures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27448" y="1645920"/>
            <a:ext cx="109728" cy="10972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161848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GetBlendData() → (float, bool)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27448" y="2121408"/>
            <a:ext cx="109728" cy="10972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209397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GetChamferData() → (bool, Enum, [d1, d2])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8600" y="3017520"/>
            <a:ext cx="4069080" cy="1691640"/>
          </a:xfrm>
          <a:prstGeom prst="rect">
            <a:avLst/>
          </a:prstGeom>
          <a:solidFill>
            <a:srgbClr val="EEF2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3017520"/>
            <a:ext cx="4069080" cy="36576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0723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" y="30723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Values + Hole Data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" y="3520440"/>
            <a:ext cx="109728" cy="10972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" y="349300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SolidFaceType.value → 1,2,3,5 confirmed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8328" y="3995928"/>
            <a:ext cx="109728" cy="10972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" y="396849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GetHoleDiameter(), GetHoleDepth() return real mm values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17720" y="3017520"/>
            <a:ext cx="4069080" cy="1691640"/>
          </a:xfrm>
          <a:prstGeom prst="rect">
            <a:avLst/>
          </a:prstGeom>
          <a:solidFill>
            <a:srgbClr val="EEF2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3017520"/>
            <a:ext cx="4069080" cy="365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0723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 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0" y="30723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Units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27448" y="3520440"/>
            <a:ext cx="109728" cy="10972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0328" y="349300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GetOrigin() returns METRES — multiply ×1000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27448" y="3995928"/>
            <a:ext cx="109728" cy="10972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0328" y="396849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JournalIdentifier {(X,Y,Z)} gives correct mm coordinates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" y="48188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 Open Python  |  Siemens NX v2506  |  Geometric Feature Extraction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Classification Logic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Priority-ordered decision tree applied to every face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6400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15568"/>
            <a:ext cx="594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68680" y="1097280"/>
            <a:ext cx="14630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115568"/>
            <a:ext cx="1417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Type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31720" y="1097280"/>
            <a:ext cx="2286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115568"/>
            <a:ext cx="2240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17720" y="1097280"/>
            <a:ext cx="4160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15568"/>
            <a:ext cx="4114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1463040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1463040"/>
            <a:ext cx="64008" cy="5943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16002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16002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 — Simple/CB/CS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31720" y="158191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GetHoleData()≠None  AND  SolidFaceType=2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617720" y="157276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Type=2 filter prevents the entry-chamfer cone (type=3) from being double-counted as a hole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2121408"/>
            <a:ext cx="8503920" cy="594360"/>
          </a:xfrm>
          <a:prstGeom prst="rect">
            <a:avLst/>
          </a:prstGeom>
          <a:solidFill>
            <a:srgbClr val="EEF2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2121408"/>
            <a:ext cx="64008" cy="59436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22585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225856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FILLET / ROUND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331720" y="2240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GetBlendData()[1] == True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17720" y="223113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element of GetBlendData() is the is_blend flag. Radius = GetBlendData()[0]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" y="2779776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2779776"/>
            <a:ext cx="64008" cy="594360"/>
          </a:xfrm>
          <a:prstGeom prst="rect">
            <a:avLst/>
          </a:prstGeom>
          <a:solidFill>
            <a:srgbClr val="6A1DB5"/>
          </a:solidFill>
          <a:ln w="12700">
            <a:solidFill>
              <a:srgbClr val="6A1D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" y="291693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1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" y="291693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CHAMFER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331720" y="28986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GetChamferData()[0] == True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617720" y="288950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element is a boolean flag. Dimensions in GetChamferData()[2] as [d1, d2]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28600" y="3438144"/>
            <a:ext cx="8503920" cy="594360"/>
          </a:xfrm>
          <a:prstGeom prst="rect">
            <a:avLst/>
          </a:prstGeom>
          <a:solidFill>
            <a:srgbClr val="EEF2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" y="3438144"/>
            <a:ext cx="64008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" y="357530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68680" y="357530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/ PIN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331720" y="355701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SolidFaceType=2  (no hole data)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17720" y="35478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Cylindrical face with no associated hole data → external cylinder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28600" y="4096512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" y="4096512"/>
            <a:ext cx="64008" cy="594360"/>
          </a:xfrm>
          <a:prstGeom prst="rect">
            <a:avLst/>
          </a:prstGeom>
          <a:solidFill>
            <a:srgbClr val="5A6070"/>
          </a:solidFill>
          <a:ln w="12700">
            <a:solidFill>
              <a:srgbClr val="5A607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" y="42336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68680" y="423367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PLANAR FACE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331720" y="421538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B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SolidFaceType=1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617720" y="4206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surface. All edge lengths extracted for dimension reporting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" y="48188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 Open Python  |  Siemens NX v2506  |  Geometric Feature Extraction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Results — model1.prt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features detected and documented from the test model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155448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1612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28600" y="16733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Features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65960" y="1051560"/>
            <a:ext cx="1554480" cy="9601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65960" y="11612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965960" y="16733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 Detected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03320" y="1051560"/>
            <a:ext cx="1554480" cy="960120"/>
          </a:xfrm>
          <a:prstGeom prst="rect">
            <a:avLst/>
          </a:prstGeom>
          <a:solidFill>
            <a:srgbClr val="6A1DB5"/>
          </a:solidFill>
          <a:ln w="12700">
            <a:solidFill>
              <a:srgbClr val="6A1D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03320" y="11612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703320" y="16733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Chamfers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40680" y="1051560"/>
            <a:ext cx="1554480" cy="9601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40680" y="11612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440680" y="16733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78040" y="1051560"/>
            <a:ext cx="1554480" cy="96012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78040" y="11612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178040" y="16733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Planar Faces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2212848"/>
            <a:ext cx="62179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" y="223113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68680" y="2212848"/>
            <a:ext cx="153619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" y="22311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423160" y="2212848"/>
            <a:ext cx="80467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59736" y="223113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(mm)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46120" y="2212848"/>
            <a:ext cx="80467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82696" y="223113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(mm)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069080" y="2212848"/>
            <a:ext cx="80467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05656" y="223113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(mm)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92040" y="2212848"/>
            <a:ext cx="341071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28616" y="2231136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Dimensions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2551176"/>
            <a:ext cx="8686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" y="26060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#0001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05256" y="26060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A1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CHAMFER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459736" y="26060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216.29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282696" y="26060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2.50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105656" y="26060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227.50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28616" y="2606040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5×5 mm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8600" y="2935224"/>
            <a:ext cx="8686800" cy="365760"/>
          </a:xfrm>
          <a:prstGeom prst="rect">
            <a:avLst/>
          </a:prstGeom>
          <a:solidFill>
            <a:srgbClr val="EEF2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5176" y="299008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#0002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905256" y="299008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459736" y="29900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152.07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282696" y="29900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160.00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105656" y="29900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2.93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28616" y="2990088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R=10 mm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28600" y="3319272"/>
            <a:ext cx="8686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5176" y="33741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#0005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905256" y="337413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A1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CHAMFER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459736" y="33741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150.00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282696" y="33741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160.00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105656" y="33741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225.00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28616" y="3374136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10×10 mm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28600" y="3703320"/>
            <a:ext cx="8686800" cy="365760"/>
          </a:xfrm>
          <a:prstGeom prst="rect">
            <a:avLst/>
          </a:prstGeom>
          <a:solidFill>
            <a:srgbClr val="EEF2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5176" y="375818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#0007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905256" y="375818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FILLET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459736" y="375818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428.54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282696" y="375818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159.04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105656" y="375818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228.54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928616" y="3758184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R=5 mm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28600" y="4087368"/>
            <a:ext cx="8686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65176" y="4142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#0011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905256" y="414223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 — SIMPLE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459736" y="414223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265.00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3282696" y="414223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160.00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105656" y="414223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115.00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928616" y="4142232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Ø110 mm, D=230mm, 45° chamfer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28600" y="4471416"/>
            <a:ext cx="8686800" cy="365760"/>
          </a:xfrm>
          <a:prstGeom prst="rect">
            <a:avLst/>
          </a:prstGeom>
          <a:solidFill>
            <a:srgbClr val="EEF2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65176" y="452628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#0003-10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905256" y="452628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PLANAR FACE (×6)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2459736" y="452628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3282696" y="452628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4105656" y="452628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4928616" y="4526280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Various wall, top, floor faces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28600" y="48188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 Open Python  |  Siemens NX v2506  |  Geometric Feature Extraction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 — Two Files Generated Automatically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TXT Report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023360" cy="2926080"/>
          </a:xfrm>
          <a:prstGeom prst="rect">
            <a:avLst/>
          </a:prstGeom>
          <a:solidFill>
            <a:srgbClr val="1A1A2E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572768"/>
            <a:ext cx="3886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  : #0011   Body: Body-1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: HOLE — SIMPLE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MCS Position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+265.0000 mm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= +160.0000 mm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 = +115.0000 mm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Dimensions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Diameter  = +110.0000 mm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Depth     = +230.0000 mm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Chamfer   =  +45.0000 deg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0" y="10972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CSV Spreadsheet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536192"/>
            <a:ext cx="438912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57276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29200" y="1536192"/>
            <a:ext cx="987552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56632" y="1572768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35040" y="1536192"/>
            <a:ext cx="530352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62472" y="1572768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83680" y="1536192"/>
            <a:ext cx="530352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1572768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132320" y="1536192"/>
            <a:ext cx="530352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9752" y="1572768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680960" y="1536192"/>
            <a:ext cx="530352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08392" y="1572768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229600" y="1536192"/>
            <a:ext cx="530352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57032" y="1572768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0" y="1975104"/>
            <a:ext cx="438912" cy="402336"/>
          </a:xfrm>
          <a:prstGeom prst="rect">
            <a:avLst/>
          </a:prstGeom>
          <a:solidFill>
            <a:srgbClr val="EEF2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9432" y="2011680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29200" y="1975104"/>
            <a:ext cx="987552" cy="402336"/>
          </a:xfrm>
          <a:prstGeom prst="rect">
            <a:avLst/>
          </a:prstGeom>
          <a:solidFill>
            <a:srgbClr val="EEF2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56632" y="2011680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035040" y="1975104"/>
            <a:ext cx="530352" cy="402336"/>
          </a:xfrm>
          <a:prstGeom prst="rect">
            <a:avLst/>
          </a:prstGeom>
          <a:solidFill>
            <a:srgbClr val="EEF2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62472" y="2011680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0" y="1975104"/>
            <a:ext cx="530352" cy="402336"/>
          </a:xfrm>
          <a:prstGeom prst="rect">
            <a:avLst/>
          </a:prstGeom>
          <a:solidFill>
            <a:srgbClr val="EEF2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11112" y="2011680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132320" y="1975104"/>
            <a:ext cx="530352" cy="402336"/>
          </a:xfrm>
          <a:prstGeom prst="rect">
            <a:avLst/>
          </a:prstGeom>
          <a:solidFill>
            <a:srgbClr val="EEF2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9752" y="2011680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680960" y="1975104"/>
            <a:ext cx="530352" cy="402336"/>
          </a:xfrm>
          <a:prstGeom prst="rect">
            <a:avLst/>
          </a:prstGeom>
          <a:solidFill>
            <a:srgbClr val="EEF2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08392" y="2011680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229600" y="1975104"/>
            <a:ext cx="530352" cy="402336"/>
          </a:xfrm>
          <a:prstGeom prst="rect">
            <a:avLst/>
          </a:prstGeom>
          <a:solidFill>
            <a:srgbClr val="EEF2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57032" y="2011680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0" y="2414016"/>
            <a:ext cx="43891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99432" y="2450592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029200" y="2414016"/>
            <a:ext cx="98755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56632" y="2450592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035040" y="2414016"/>
            <a:ext cx="53035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62472" y="2450592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583680" y="2414016"/>
            <a:ext cx="53035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11112" y="2450592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132320" y="2414016"/>
            <a:ext cx="53035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59752" y="2450592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680960" y="2414016"/>
            <a:ext cx="53035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08392" y="2450592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229600" y="2414016"/>
            <a:ext cx="53035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57032" y="2450592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572000" y="2852928"/>
            <a:ext cx="438912" cy="402336"/>
          </a:xfrm>
          <a:prstGeom prst="rect">
            <a:avLst/>
          </a:prstGeom>
          <a:solidFill>
            <a:srgbClr val="EEF2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9432" y="2889504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029200" y="2852928"/>
            <a:ext cx="987552" cy="402336"/>
          </a:xfrm>
          <a:prstGeom prst="rect">
            <a:avLst/>
          </a:prstGeom>
          <a:solidFill>
            <a:srgbClr val="EEF2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56632" y="2889504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CHAMFER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035040" y="2852928"/>
            <a:ext cx="530352" cy="402336"/>
          </a:xfrm>
          <a:prstGeom prst="rect">
            <a:avLst/>
          </a:prstGeom>
          <a:solidFill>
            <a:srgbClr val="EEF2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62472" y="2889504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583680" y="2852928"/>
            <a:ext cx="530352" cy="402336"/>
          </a:xfrm>
          <a:prstGeom prst="rect">
            <a:avLst/>
          </a:prstGeom>
          <a:solidFill>
            <a:srgbClr val="EEF2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11112" y="2889504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132320" y="2852928"/>
            <a:ext cx="530352" cy="402336"/>
          </a:xfrm>
          <a:prstGeom prst="rect">
            <a:avLst/>
          </a:prstGeom>
          <a:solidFill>
            <a:srgbClr val="EEF2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59752" y="2889504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228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680960" y="2852928"/>
            <a:ext cx="530352" cy="402336"/>
          </a:xfrm>
          <a:prstGeom prst="rect">
            <a:avLst/>
          </a:prstGeom>
          <a:solidFill>
            <a:srgbClr val="EEF2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08392" y="2889504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229600" y="2852928"/>
            <a:ext cx="530352" cy="402336"/>
          </a:xfrm>
          <a:prstGeom prst="rect">
            <a:avLst/>
          </a:prstGeom>
          <a:solidFill>
            <a:srgbClr val="EEF2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57032" y="2889504"/>
            <a:ext cx="493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572000" y="33832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feature. All dimensions as columns.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and sort directly in Excel.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28600" y="48188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 Open Python  |  Siemens NX v2506  |  Geometric Feature Extraction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Findings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facts discovered through live NX 2506 diagnostics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8686800" cy="1143000"/>
          </a:xfrm>
          <a:prstGeom prst="rect">
            <a:avLst/>
          </a:prstGeom>
          <a:solidFill>
            <a:srgbClr val="EEF2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97280"/>
            <a:ext cx="64008" cy="11430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704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AskFaceData() is GONE in NX 2506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481328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UF legacy function uf.Modl.AskFaceData() that worked in older NX versions does not exist in NX 2506. All geometry must be read via face.Get*() object methods.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2377440"/>
            <a:ext cx="8686800" cy="1143000"/>
          </a:xfrm>
          <a:prstGeom prst="rect">
            <a:avLst/>
          </a:prstGeom>
          <a:solidFill>
            <a:srgbClr val="EEF2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377440"/>
            <a:ext cx="64008" cy="1143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505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GetOrigin() returns METRES not mm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761488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ResizeHoleData.GetOrigin() returns a Point3d in metres (e.g. 0.265). Multiply ×1000 for mm. GetHoleDiameter() and GetHoleDepth() return mm — the API is internally inconsistent.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3657600"/>
            <a:ext cx="8686800" cy="1143000"/>
          </a:xfrm>
          <a:prstGeom prst="rect">
            <a:avLst/>
          </a:prstGeom>
          <a:solidFill>
            <a:srgbClr val="EEF2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657600"/>
            <a:ext cx="64008" cy="114300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73075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SolidFaceType needs .value not int()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041648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int(face.SolidFaceType) throws an error. The correct access is face.SolidFaceType.value which returns an integer: 1=Planar, 2=Cylinder, 3=Cone, 5=Torus.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4480560"/>
            <a:ext cx="4206240" cy="1234440"/>
          </a:xfrm>
          <a:prstGeom prst="rect">
            <a:avLst/>
          </a:prstGeom>
          <a:solidFill>
            <a:srgbClr val="EEF2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4480560"/>
            <a:ext cx="64008" cy="1234440"/>
          </a:xfrm>
          <a:prstGeom prst="rect">
            <a:avLst/>
          </a:prstGeom>
          <a:solidFill>
            <a:srgbClr val="6A1DB5"/>
          </a:solidFill>
          <a:ln w="12700">
            <a:solidFill>
              <a:srgbClr val="6A1D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5537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1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Holes report on two faces — filter by type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GetHoleData() returns data for BOTH the cylindrical wall (type=2) AND the conical entry chamfer (type=3). Filter: only classify as HOLE when type==2, or you get duplicate hole records.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4480560"/>
            <a:ext cx="4206240" cy="1234440"/>
          </a:xfrm>
          <a:prstGeom prst="rect">
            <a:avLst/>
          </a:prstGeom>
          <a:solidFill>
            <a:srgbClr val="EEF2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4480560"/>
            <a:ext cx="64008" cy="12344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45537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JournalIdentifier is the best coordinate source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486460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face.JournalIdentifier contains '{(X,Y,Z)}' in mm — parsed with a regex, this gives the most reliable MCS feature centre. More consistent than GetOrigin() across face types.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48188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 Open Python  |  Siemens NX v2506  |  Geometric Feature Extraction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— It's Just Three Steps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269748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347472" cy="34747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0664" y="11704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Model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73736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Open → select your .prt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 import STEP/IGES — works on dumb solids too)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109728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097280"/>
            <a:ext cx="2697480" cy="548640"/>
          </a:xfrm>
          <a:prstGeom prst="rect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188720"/>
            <a:ext cx="347472" cy="34747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66744" y="11704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Journal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64408" y="173736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→ Journal → Play Journal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to NX_Feature_Extractor_v1.py → OK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109728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097280"/>
            <a:ext cx="2697480" cy="5486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1188720"/>
            <a:ext cx="347472" cy="34747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92824" y="11704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Your Files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0488" y="173736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files saved next to your .prt: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YourPart_FEATURES.txt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YourPart_FEATURES.csv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3840480"/>
            <a:ext cx="86868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9502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installation. No extra Python packages. No admin rights required. Runs entirely inside NX using the built-in Python interpreter.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48188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 Open Python  |  Siemens NX v2506  |  Geometric Feature Extraction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3291840"/>
            <a:ext cx="8979408" cy="1851660"/>
          </a:xfrm>
          <a:prstGeom prst="rect">
            <a:avLst/>
          </a:prstGeom>
          <a:solidFill>
            <a:srgbClr val="12193D"/>
          </a:solidFill>
          <a:ln w="12700">
            <a:solidFill>
              <a:srgbClr val="1219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6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production-ready NX 2506 macro that extracts geometric features from any solid body — native or imported — and saves a structured report + spreadsheet.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reliable: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call was verified live in NX 2506. No assumptions. Broken legacy functions caught, unit inconsistencies documented, enum patterns confirmed.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next: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face normals, thread detection, assembly support, slot/pocket grouping, HTML reports.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github.com/[your-username]/nx-feature-extractor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NX v2506  |  NX Open Python API  |  March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NX Geometric Feature Extractor</dc:title>
  <dc:subject>PptxGenJS Presentation</dc:subject>
  <dc:creator>NX Automation Project</dc:creator>
  <cp:lastModifiedBy>NX Automation Project</cp:lastModifiedBy>
  <cp:revision>1</cp:revision>
  <dcterms:created xsi:type="dcterms:W3CDTF">2026-03-25T04:35:30Z</dcterms:created>
  <dcterms:modified xsi:type="dcterms:W3CDTF">2026-03-25T04:35:30Z</dcterms:modified>
</cp:coreProperties>
</file>